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274320"/>
            <a:ext cx="1828800" cy="1828800"/>
          </a:xfrm>
          <a:prstGeom prst="ellipse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371600"/>
            <a:ext cx="1097280" cy="1097280"/>
          </a:xfrm>
          <a:prstGeom prst="ellipse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5120640"/>
            <a:ext cx="2194560" cy="2194560"/>
          </a:xfrm>
          <a:prstGeom prst="ellipse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5F8FA"/>
                </a:solidFill>
              </a:defRPr>
            </a:pPr>
            <a:r>
              <a:t>FitBuddy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4CC9A0"/>
                </a:solidFill>
              </a:defRPr>
            </a:pPr>
            <a:r>
              <a:t>AI Fitness Plan Generator using Gemini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AB8C3"/>
                </a:solidFill>
              </a:defRPr>
            </a:pPr>
            <a:r>
              <a:t>A personalized fitness planning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A"/>
                </a:solidFill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What FitBuddy is designed to solve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92024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Personalization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Generates fitness plans based on user goals, experience, preferences and available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92024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64008" cy="192024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AI-Powered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Uses Gemini models to create natural-language plans and fitness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192024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64008" cy="192024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819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Web-Based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Simple browser interface for entering details and viewing generated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Goal: make fitness planning more accessible and personalized.</a:t>
            </a:r>
          </a:p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Core idea: user profile → AI generation → structured fitness plan → saved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Main goals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Create customized workout and fitness plans using AI.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Collect user information through a simple web interface.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Use Gemini models for plan generation and fitness-related responses.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Store user and plan information in a database.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Provide a clear result page that is easy to read and follow.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Keep the application modular so features can be extended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Based on the provided VS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1024128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F8FA"/>
                </a:solidFill>
                <a:latin typeface="Consolas"/>
              </a:defRPr>
            </a:pPr>
            <a:r>
              <a:t>FitBuddy/</a:t>
            </a:r>
            <a:br/>
            <a:r>
              <a:t>│</a:t>
            </a:r>
            <a:br/>
            <a:r>
              <a:t>├── app/</a:t>
            </a:r>
            <a:br/>
            <a:r>
              <a:t>│   ├── __init__.py</a:t>
            </a:r>
            <a:br/>
            <a:r>
              <a:t>│   ├── main.py</a:t>
            </a:r>
            <a:br/>
            <a:r>
              <a:t>│   ├── config.py</a:t>
            </a:r>
            <a:br/>
            <a:r>
              <a:t>│   ├── database.py</a:t>
            </a:r>
            <a:br/>
            <a:r>
              <a:t>│   ├── schemas.py</a:t>
            </a:r>
            <a:br/>
            <a:r>
              <a:t>│   ├── routes.py</a:t>
            </a:r>
            <a:br/>
            <a:r>
              <a:t>│   └── ai/</a:t>
            </a:r>
            <a:br/>
            <a:r>
              <a:t>│       ├── __init__.py</a:t>
            </a:r>
            <a:br/>
            <a:r>
              <a:t>│       ├── gemini_client.py</a:t>
            </a:r>
            <a:br/>
            <a:r>
              <a:t>│       ├── gemini_generator.py</a:t>
            </a:r>
            <a:br/>
            <a:r>
              <a:t>│       ├── gemini_flash_generator.py</a:t>
            </a:r>
            <a:br/>
            <a:r>
              <a:t>│       └── updated_plan.py</a:t>
            </a:r>
            <a:br/>
            <a:r>
              <a:t>│</a:t>
            </a:r>
            <a:br/>
            <a:r>
              <a:t>├── templates/</a:t>
            </a:r>
            <a:br/>
            <a:r>
              <a:t>│   ├── index.html</a:t>
            </a:r>
            <a:br/>
            <a:r>
              <a:t>│   ├── result.html</a:t>
            </a:r>
            <a:br/>
            <a:r>
              <a:t>│   └── all_users.html</a:t>
            </a:r>
            <a:br/>
            <a:r>
              <a:t>│</a:t>
            </a:r>
            <a:br/>
            <a:r>
              <a:t>├── static/</a:t>
            </a:r>
            <a:br/>
            <a:r>
              <a:t>│   └── style.css</a:t>
            </a:r>
            <a:br/>
            <a:r>
              <a:t>│</a:t>
            </a:r>
            <a:br/>
            <a:r>
              <a:t>├── .env</a:t>
            </a:r>
            <a:br/>
            <a:r>
              <a:t>├── .env.example</a:t>
            </a:r>
            <a:br/>
            <a:r>
              <a:t>└── .gitignore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Tools and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0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HTML • CSS</a:t>
            </a:r>
            <a:br/>
            <a:r>
              <a:t>Jinja templates</a:t>
            </a:r>
            <a:br/>
            <a:r>
              <a:t>Responsive result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182880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Python</a:t>
            </a:r>
            <a:br/>
            <a:r>
              <a:t>Flask-style application structure</a:t>
            </a:r>
            <a:br/>
            <a:r>
              <a:t>Routes &amp; business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64008" cy="18288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20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Google Gemini models</a:t>
            </a:r>
            <a:br/>
            <a:r>
              <a:t>Gemini client</a:t>
            </a:r>
            <a:br/>
            <a:r>
              <a:t>Prompt-based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3474720" cy="18288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64008" cy="182880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6850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SQLite / relational database</a:t>
            </a:r>
            <a:br/>
            <a:r>
              <a:t>User records</a:t>
            </a:r>
            <a:br/>
            <a:r>
              <a:t>Fitness plan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20440"/>
            <a:ext cx="3474720" cy="18288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20440"/>
            <a:ext cx="64008" cy="182880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36850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Environment variables</a:t>
            </a:r>
            <a:br/>
            <a:r>
              <a:t>API key management</a:t>
            </a:r>
            <a:br/>
            <a:r>
              <a:t>.env / .env.example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520440"/>
            <a:ext cx="3474720" cy="18288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520440"/>
            <a:ext cx="64008" cy="18288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6850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VS Code</a:t>
            </a:r>
            <a:br/>
            <a:r>
              <a:t>Git / .gitignore</a:t>
            </a:r>
            <a:br/>
            <a:r>
              <a:t>Modular Python 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How the major components interact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1783080" cy="13716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64008" cy="137160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450592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880360"/>
            <a:ext cx="14173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Fitness details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04872" y="2788920"/>
            <a:ext cx="320040" cy="365760"/>
          </a:xfrm>
          <a:prstGeom prst="rightArrow">
            <a:avLst/>
          </a:prstGeom>
          <a:solidFill>
            <a:srgbClr val="AAB8C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5F8FA"/>
                </a:solidFill>
              </a:defRPr>
            </a:pPr>
            <a:r>
              <a:t>Request flow: collect profile → validate data → generate personalized plan → save result → display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Purpose of the main Python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13258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9903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Application entry point and server startup.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64008" cy="132588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config.py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288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Loads configuration and environment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64008" cy="13258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39903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database.py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288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Database connection and CRUD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07208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807208"/>
            <a:ext cx="64008" cy="13258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9718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schemas.py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401568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Defines and validates input/output data structures.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807208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807208"/>
            <a:ext cx="64008" cy="132588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29718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routes.py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401568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Handles web requests and connects UI to backend logic.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807208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807208"/>
            <a:ext cx="64008" cy="13258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9718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gemini_client.py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401568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Creates/configures the Gemini API client.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379976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379976"/>
            <a:ext cx="64008" cy="13258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54456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gemini_generator.py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974336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Builds prompts and generates personalized plans.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379976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379976"/>
            <a:ext cx="64008" cy="132588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454456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gemini_flash_generator.py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974336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Uses a faster Gemini generation path for responsive tasks.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379976"/>
            <a:ext cx="3429000" cy="13258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4379976"/>
            <a:ext cx="64008" cy="13258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454456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updated_plan.py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974336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Supports updating or regenerating an existing plan.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Gemini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How AI creates a personalized fitness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1. Collect user profile: age, goal, fitness level, preferences and constraints.</a:t>
            </a:r>
          </a:p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2. Validate and structure the information using schemas.</a:t>
            </a:r>
          </a:p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3. Build a focused prompt for the Gemini model.</a:t>
            </a:r>
          </a:p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4. Ask Gemini to generate a structured fitness plan.</a:t>
            </a:r>
          </a:p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5. Parse and present the response in the result page.</a:t>
            </a:r>
          </a:p>
          <a:p>
            <a:pPr>
              <a:spcAft>
                <a:spcPts val="1200"/>
              </a:spcAft>
              <a:defRPr sz="1700">
                <a:solidFill>
                  <a:srgbClr val="F5F8FA"/>
                </a:solidFill>
              </a:defRPr>
            </a:pPr>
            <a:r>
              <a:t>• 6. Allow the plan to be updated or regenerated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417320"/>
            <a:ext cx="3931920" cy="356616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1417320"/>
            <a:ext cx="64008" cy="356616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53528" y="1581912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Example AI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8" y="2011680"/>
            <a:ext cx="356616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Create a 4-week beginner fitness plan.</a:t>
            </a:r>
            <a:br/>
            <a:br/>
            <a:r>
              <a:t>Goal: improve fitness</a:t>
            </a:r>
            <a:br/>
            <a:r>
              <a:t>Level: beginner</a:t>
            </a:r>
            <a:br/>
            <a:r>
              <a:t>Days/week: 4</a:t>
            </a:r>
            <a:br/>
            <a:r>
              <a:t>Equipment: minimal</a:t>
            </a:r>
            <a:br/>
            <a:br/>
            <a:r>
              <a:t>Return weekly workouts, rest days,</a:t>
            </a:r>
            <a:br/>
            <a:r>
              <a:t>warm-up and cool-down guidance.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From input to personalized plan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2057400"/>
            <a:ext cx="914400" cy="914400"/>
          </a:xfrm>
          <a:prstGeom prst="ellipse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1218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</a:defRPr>
            </a:pPr>
            <a:r>
              <a:t>Enter details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27048" y="2350008"/>
            <a:ext cx="685800" cy="320040"/>
          </a:xfrm>
          <a:prstGeom prst="rightArrow">
            <a:avLst/>
          </a:prstGeom>
          <a:solidFill>
            <a:srgbClr val="AAB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96312" y="2057400"/>
            <a:ext cx="914400" cy="914400"/>
          </a:xfrm>
          <a:prstGeom prst="ellipse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2286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1218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32004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</a:defRPr>
            </a:pPr>
            <a:r>
              <a:t>Submit form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29000" y="2350008"/>
            <a:ext cx="685800" cy="320040"/>
          </a:xfrm>
          <a:prstGeom prst="rightArrow">
            <a:avLst/>
          </a:prstGeom>
          <a:solidFill>
            <a:srgbClr val="AAB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98264" y="2057400"/>
            <a:ext cx="914400" cy="914400"/>
          </a:xfrm>
          <a:prstGeom prst="ellipse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2286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1218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32004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</a:defRPr>
            </a:pPr>
            <a:r>
              <a:t>Validate data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30952" y="2350008"/>
            <a:ext cx="685800" cy="320040"/>
          </a:xfrm>
          <a:prstGeom prst="rightArrow">
            <a:avLst/>
          </a:prstGeom>
          <a:solidFill>
            <a:srgbClr val="AAB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2057400"/>
            <a:ext cx="914400" cy="914400"/>
          </a:xfrm>
          <a:prstGeom prst="ellipse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286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1218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32004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</a:defRPr>
            </a:pPr>
            <a:r>
              <a:t>Call Gemini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32904" y="2350008"/>
            <a:ext cx="685800" cy="320040"/>
          </a:xfrm>
          <a:prstGeom prst="rightArrow">
            <a:avLst/>
          </a:prstGeom>
          <a:solidFill>
            <a:srgbClr val="AAB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02168" y="2057400"/>
            <a:ext cx="914400" cy="914400"/>
          </a:xfrm>
          <a:prstGeom prst="ellipse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2286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1218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2004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</a:defRPr>
            </a:pPr>
            <a:r>
              <a:t>Generate plan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34856" y="2350008"/>
            <a:ext cx="685800" cy="320040"/>
          </a:xfrm>
          <a:prstGeom prst="rightArrow">
            <a:avLst/>
          </a:prstGeom>
          <a:solidFill>
            <a:srgbClr val="AAB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04120" y="2057400"/>
            <a:ext cx="914400" cy="914400"/>
          </a:xfrm>
          <a:prstGeom prst="ellipse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286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1218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2004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</a:defRPr>
            </a:pPr>
            <a:r>
              <a:t>Save &amp; display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Database &amp; 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What the database layer is responsible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356616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356616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User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30175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• User ID</a:t>
            </a:r>
            <a:br/>
            <a:r>
              <a:t>• Name</a:t>
            </a:r>
            <a:br/>
            <a:r>
              <a:t>• Age</a:t>
            </a:r>
            <a:br/>
            <a:r>
              <a:t>• Fitness level</a:t>
            </a:r>
            <a:br/>
            <a:r>
              <a:t>• Goal</a:t>
            </a:r>
            <a:br/>
            <a:r>
              <a:t>• Preferences /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56616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356616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Plan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30175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• Plan ID</a:t>
            </a:r>
            <a:br/>
            <a:r>
              <a:t>• User ID</a:t>
            </a:r>
            <a:br/>
            <a:r>
              <a:t>• Duration</a:t>
            </a:r>
            <a:br/>
            <a:r>
              <a:t>• Workout schedule</a:t>
            </a:r>
            <a:br/>
            <a:r>
              <a:t>• Recommendations</a:t>
            </a:r>
            <a:br/>
            <a:r>
              <a:t>• Generated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356616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64008" cy="356616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65960"/>
            <a:ext cx="30175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• Create user</a:t>
            </a:r>
            <a:br/>
            <a:r>
              <a:t>• Save generated plan</a:t>
            </a:r>
            <a:br/>
            <a:r>
              <a:t>• Read existing plans</a:t>
            </a:r>
            <a:br/>
            <a:r>
              <a:t>• Update plan</a:t>
            </a:r>
            <a:br/>
            <a:r>
              <a:t>• Retrieve all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56E6E"/>
                </a:solidFill>
              </a:defRPr>
            </a:pPr>
            <a:r>
              <a:t>Sensitive API keys should remain in .env and should not be committed to source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Expected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Simple screens for a smooth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37560" cy="38404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38404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Home / input page</a:t>
            </a:r>
            <a:br/>
            <a:br/>
            <a:r>
              <a:t>• User information form</a:t>
            </a:r>
            <a:br/>
            <a:r>
              <a:t>• Fitness goal selection</a:t>
            </a:r>
            <a:br/>
            <a:r>
              <a:t>• Experience level</a:t>
            </a:r>
            <a:br/>
            <a:r>
              <a:t>• Preferences</a:t>
            </a:r>
            <a:br/>
            <a:r>
              <a:t>• Generate Plan button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37560" cy="38404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64008" cy="384048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361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result.html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96596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Generated plan page</a:t>
            </a:r>
            <a:br/>
            <a:br/>
            <a:r>
              <a:t>• Weekly schedule</a:t>
            </a:r>
            <a:br/>
            <a:r>
              <a:t>• Exercises</a:t>
            </a:r>
            <a:br/>
            <a:r>
              <a:t>• Rest days</a:t>
            </a:r>
            <a:br/>
            <a:r>
              <a:t>• AI recommendations</a:t>
            </a:r>
            <a:br/>
            <a:r>
              <a:t>• Regenerate / update 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337560" cy="384048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64008" cy="384048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5361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all_users.html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6596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Admin / data view</a:t>
            </a:r>
            <a:br/>
            <a:br/>
            <a:r>
              <a:t>• List stored users</a:t>
            </a:r>
            <a:br/>
            <a:r>
              <a:t>• View saved records</a:t>
            </a:r>
            <a:br/>
            <a:r>
              <a:t>• Basic management interface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Benefits of FitBuddy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Value provided by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Personalized plans instead of a one-size-fits-all routine.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Fast AI-assisted generation reduces manual planning effort.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Modular architecture makes the project easier to maintain.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Database support allows plans and user information to be stored.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Gemini integration enables natural-language fitness guidance.</a:t>
            </a:r>
          </a:p>
          <a:p>
            <a:pPr>
              <a:spcAft>
                <a:spcPts val="1200"/>
              </a:spcAft>
              <a:defRPr sz="1900">
                <a:solidFill>
                  <a:srgbClr val="F5F8FA"/>
                </a:solidFill>
              </a:defRPr>
            </a:pPr>
            <a:r>
              <a:t>• Web interface makes the system accessible from a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Possible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A"/>
                </a:solidFill>
              </a:defRPr>
            </a:pPr>
            <a:r>
              <a:t>• Progress tracking with weekly charts and statistics.</a:t>
            </a:r>
          </a:p>
          <a:p>
            <a:pPr>
              <a:spcAft>
                <a:spcPts val="1200"/>
              </a:spcAft>
              <a:defRPr sz="1800">
                <a:solidFill>
                  <a:srgbClr val="F5F8FA"/>
                </a:solidFill>
              </a:defRPr>
            </a:pPr>
            <a:r>
              <a:t>• Workout video or exercise demonstration integration.</a:t>
            </a:r>
          </a:p>
          <a:p>
            <a:pPr>
              <a:spcAft>
                <a:spcPts val="1200"/>
              </a:spcAft>
              <a:defRPr sz="1800">
                <a:solidFill>
                  <a:srgbClr val="F5F8FA"/>
                </a:solidFill>
              </a:defRPr>
            </a:pPr>
            <a:r>
              <a:t>• Nutrition and meal-plan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F5F8FA"/>
                </a:solidFill>
              </a:defRPr>
            </a:pPr>
            <a:r>
              <a:t>• User authentication and personalized dashboards.</a:t>
            </a:r>
          </a:p>
          <a:p>
            <a:pPr>
              <a:spcAft>
                <a:spcPts val="1200"/>
              </a:spcAft>
              <a:defRPr sz="1800">
                <a:solidFill>
                  <a:srgbClr val="F5F8FA"/>
                </a:solidFill>
              </a:defRPr>
            </a:pPr>
            <a:r>
              <a:t>• Mobile-friendly / Progressive Web App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F5F8FA"/>
                </a:solidFill>
              </a:defRPr>
            </a:pPr>
            <a:r>
              <a:t>• AI-based plan adjustment using user progress and feedback.</a:t>
            </a:r>
          </a:p>
          <a:p>
            <a:pPr>
              <a:spcAft>
                <a:spcPts val="1200"/>
              </a:spcAft>
              <a:defRPr sz="1800">
                <a:solidFill>
                  <a:srgbClr val="F5F8FA"/>
                </a:solidFill>
              </a:defRPr>
            </a:pPr>
            <a:r>
              <a:t>• Safety checks and clinician/trainer review options for higher-risk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3"/>
                </a:solidFill>
              </a:defRPr>
            </a:pPr>
            <a:r>
              <a:t>FitBuddy combines web development, databases and generative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182880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64008" cy="182880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62763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0574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FitBuddy is designed as an AI-assisted fitness planning platform where user information is transformed into a structured, personalized plan through Gemini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4892040" cy="141732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703320"/>
            <a:ext cx="64008" cy="141732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867911"/>
            <a:ext cx="4526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4526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Python backend + templates + database + Gemini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703320"/>
            <a:ext cx="5166360" cy="1417320"/>
          </a:xfrm>
          <a:prstGeom prst="roundRect">
            <a:avLst/>
          </a:prstGeom>
          <a:solidFill>
            <a:srgbClr val="161F28"/>
          </a:solidFill>
          <a:ln>
            <a:solidFill>
              <a:srgbClr val="2D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3703320"/>
            <a:ext cx="64008" cy="1417320"/>
          </a:xfrm>
          <a:prstGeom prst="rect">
            <a:avLst/>
          </a:prstGeom>
          <a:solidFill>
            <a:srgbClr val="4CC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3867911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4297680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8C3"/>
                </a:solidFill>
              </a:defRPr>
            </a:pPr>
            <a:r>
              <a:t>A simple, modular foundation that can grow into a complete fitness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</a:defRPr>
            </a:pPr>
            <a:r>
              <a:t>Thank You • Questions?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